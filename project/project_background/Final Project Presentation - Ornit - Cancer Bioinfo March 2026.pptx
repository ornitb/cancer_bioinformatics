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14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a:t>
            </a:r>
            <a:r>
              <a:rPr lang="he-IL" dirty="0" err="1"/>
              <a:t>הוטספוט</a:t>
            </a:r>
            <a:r>
              <a:rPr lang="he-IL" dirty="0"/>
              <a:t>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בבירור רואים פה שהחציונים של כל המוטציות הכי שכיחות הם הרבה מעל הממוצע של ה-</a:t>
            </a:r>
            <a:r>
              <a:rPr lang="en-US" dirty="0"/>
              <a:t>WT</a:t>
            </a:r>
            <a:r>
              <a:rPr lang="he-IL" dirty="0"/>
              <a:t>, ז״א כולן גורמות לכאוס </a:t>
            </a:r>
            <a:r>
              <a:rPr lang="he-IL" dirty="0" err="1"/>
              <a:t>גנומי</a:t>
            </a:r>
            <a:r>
              <a:rPr lang="he-IL" dirty="0"/>
              <a:t>.</a:t>
            </a:r>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rcRect r="50000"/>
          <a:stretch>
            <a:fillRect/>
          </a:stretch>
        </p:blipFill>
        <p:spPr>
          <a:xfrm>
            <a:off x="597021" y="2199726"/>
            <a:ext cx="5092447" cy="3826128"/>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9567</TotalTime>
  <Words>2320</Words>
  <Application>Microsoft Macintosh PowerPoint</Application>
  <PresentationFormat>Widescreen</PresentationFormat>
  <Paragraphs>209</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372</cp:revision>
  <dcterms:created xsi:type="dcterms:W3CDTF">2026-01-27T21:31:11Z</dcterms:created>
  <dcterms:modified xsi:type="dcterms:W3CDTF">2026-03-17T16:43:30Z</dcterms:modified>
</cp:coreProperties>
</file>
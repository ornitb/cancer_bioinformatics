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4"/>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75" r:id="rId15"/>
    <p:sldId id="368" r:id="rId16"/>
    <p:sldId id="374" r:id="rId17"/>
    <p:sldId id="369" r:id="rId18"/>
    <p:sldId id="365" r:id="rId19"/>
    <p:sldId id="370" r:id="rId20"/>
    <p:sldId id="371" r:id="rId21"/>
    <p:sldId id="372" r:id="rId22"/>
    <p:sldId id="3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1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22</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9704</TotalTime>
  <Words>2509</Words>
  <Application>Microsoft Macintosh PowerPoint</Application>
  <PresentationFormat>Widescreen</PresentationFormat>
  <Paragraphs>216</Paragraphs>
  <Slides>22</Slides>
  <Notes>22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399</cp:revision>
  <dcterms:created xsi:type="dcterms:W3CDTF">2026-01-27T21:31:11Z</dcterms:created>
  <dcterms:modified xsi:type="dcterms:W3CDTF">2026-03-17T19:00:46Z</dcterms:modified>
</cp:coreProperties>
</file>
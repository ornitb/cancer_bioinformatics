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14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שם מצוין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הקו הכחול הוא ה-</a:t>
            </a:r>
            <a:r>
              <a:rPr lang="en-US" dirty="0"/>
              <a:t>linear regression fit</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a:t>
            </a:r>
            <a:r>
              <a:rPr lang="he-IL" dirty="0" err="1"/>
              <a:t>הוטספוט</a:t>
            </a:r>
            <a:r>
              <a:rPr lang="he-IL" dirty="0"/>
              <a:t>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a:t>
            </a:r>
            <a:r>
              <a:rPr lang="he-IL"/>
              <a:t>יורד משמאל לימין.</a:t>
            </a:r>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213708" y="2286001"/>
            <a:ext cx="9764583" cy="36682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9548</TotalTime>
  <Words>2283</Words>
  <Application>Microsoft Macintosh PowerPoint</Application>
  <PresentationFormat>Widescreen</PresentationFormat>
  <Paragraphs>209</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371</cp:revision>
  <dcterms:created xsi:type="dcterms:W3CDTF">2026-01-27T21:31:11Z</dcterms:created>
  <dcterms:modified xsi:type="dcterms:W3CDTF">2026-03-17T16:25:19Z</dcterms:modified>
</cp:coreProperties>
</file>
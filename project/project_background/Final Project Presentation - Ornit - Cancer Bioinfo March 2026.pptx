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972"/>
    <p:restoredTop sz="86935"/>
  </p:normalViewPr>
  <p:slideViewPr>
    <p:cSldViewPr snapToGrid="0">
      <p:cViewPr>
        <p:scale>
          <a:sx n="150" d="100"/>
          <a:sy n="150" d="100"/>
        </p:scale>
        <p:origin x="144" y="9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 יהיה אחוז גבוה יותר של כאוס </a:t>
            </a:r>
            <a:r>
              <a:rPr lang="he-IL" b="0" dirty="0" err="1"/>
              <a:t>גנומי</a:t>
            </a:r>
            <a:r>
              <a:rPr lang="he-IL" b="0" dirty="0"/>
              <a:t>.</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שאמצע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כל הגנום, אילו גנים מוגברים, אילו גנים מושתקים או נמחקים בכל הגנום, לא רק </a:t>
            </a:r>
            <a:r>
              <a:rPr lang="en-US" dirty="0"/>
              <a:t>TP53</a:t>
            </a:r>
            <a:r>
              <a:rPr lang="he-IL" dirty="0"/>
              <a:t>. </a:t>
            </a:r>
            <a:r>
              <a:rPr lang="en-US" dirty="0"/>
              <a:t>GENIE</a:t>
            </a:r>
            <a:r>
              <a:rPr lang="he-IL" dirty="0"/>
              <a:t> של כל הגנום לא נמצא בגישה ציבורית, ולכן לא יכולתי להשתמש בזה.</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6" name="TextBox 45">
            <a:extLst>
              <a:ext uri="{FF2B5EF4-FFF2-40B4-BE49-F238E27FC236}">
                <a16:creationId xmlns:a16="http://schemas.microsoft.com/office/drawing/2014/main" id="{ADC8943F-6955-FEC9-02F6-F0851680E012}"/>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15457CE1-C743-9EEB-4399-59428B79CED6}"/>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53149D16-B372-C4F2-14C7-6A69F94B8CEB}"/>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7" name="TextBox 6">
            <a:extLst>
              <a:ext uri="{FF2B5EF4-FFF2-40B4-BE49-F238E27FC236}">
                <a16:creationId xmlns:a16="http://schemas.microsoft.com/office/drawing/2014/main" id="{068359B8-3272-03D0-1E14-4E2191D01541}"/>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7BC5E143-32E1-DE53-DD19-600E8BB22E4A}"/>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41709" y="6262047"/>
            <a:ext cx="7859844" cy="369332"/>
          </a:xfrm>
          <a:prstGeom prst="rect">
            <a:avLst/>
          </a:prstGeom>
          <a:noFill/>
        </p:spPr>
        <p:txBody>
          <a:bodyPr wrap="none" rtlCol="0">
            <a:spAutoFit/>
          </a:bodyPr>
          <a:lstStyle/>
          <a:p>
            <a:pPr lvl="0"/>
            <a:r>
              <a:rPr lang="en-US" b="1" dirty="0">
                <a:solidFill>
                  <a:srgbClr val="C00000"/>
                </a:solidFill>
              </a:rPr>
              <a:t>Goal: show that the physical structure of the genome is breaking down</a:t>
            </a:r>
          </a:p>
        </p:txBody>
      </p:sp>
      <p:sp>
        <p:nvSpPr>
          <p:cNvPr id="7" name="TextBox 6">
            <a:extLst>
              <a:ext uri="{FF2B5EF4-FFF2-40B4-BE49-F238E27FC236}">
                <a16:creationId xmlns:a16="http://schemas.microsoft.com/office/drawing/2014/main" id="{F423C7A6-5923-08E0-84D4-4B075D6794FF}"/>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50K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294591" y="627569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6" name="TextBox 5">
            <a:extLst>
              <a:ext uri="{FF2B5EF4-FFF2-40B4-BE49-F238E27FC236}">
                <a16:creationId xmlns:a16="http://schemas.microsoft.com/office/drawing/2014/main" id="{DE6ACFC5-0DEE-FEDB-43D9-76D291C4AF8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pic>
        <p:nvPicPr>
          <p:cNvPr id="12" name="Picture 11">
            <a:extLst>
              <a:ext uri="{FF2B5EF4-FFF2-40B4-BE49-F238E27FC236}">
                <a16:creationId xmlns:a16="http://schemas.microsoft.com/office/drawing/2014/main" id="{A2838C1F-E20B-84B8-C130-2CB38576B4F1}"/>
              </a:ext>
            </a:extLst>
          </p:cNvPr>
          <p:cNvPicPr>
            <a:picLocks noChangeAspect="1"/>
          </p:cNvPicPr>
          <p:nvPr/>
        </p:nvPicPr>
        <p:blipFill>
          <a:blip r:embed="rId3"/>
          <a:stretch>
            <a:fillRect/>
          </a:stretch>
        </p:blipFill>
        <p:spPr>
          <a:xfrm>
            <a:off x="1026011" y="2431007"/>
            <a:ext cx="10139977" cy="3280581"/>
          </a:xfrm>
          <a:prstGeom prst="rect">
            <a:avLst/>
          </a:prstGeom>
        </p:spPr>
      </p:pic>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1×10⁻³⁰⁰)</a:t>
            </a:r>
          </a:p>
        </p:txBody>
      </p:sp>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6677</TotalTime>
  <Words>1896</Words>
  <Application>Microsoft Macintosh PowerPoint</Application>
  <PresentationFormat>Widescreen</PresentationFormat>
  <Paragraphs>194</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332</cp:revision>
  <dcterms:created xsi:type="dcterms:W3CDTF">2026-01-27T21:31:11Z</dcterms:created>
  <dcterms:modified xsi:type="dcterms:W3CDTF">2026-03-15T16:33:48Z</dcterms:modified>
</cp:coreProperties>
</file>